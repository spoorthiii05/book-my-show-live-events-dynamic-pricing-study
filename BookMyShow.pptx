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88" d="100"/>
          <a:sy n="88" d="100"/>
        </p:scale>
        <p:origin x="45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shika Reddy" userId="64b02f5a8dec7662" providerId="LiveId" clId="{62653A95-EF0A-4CE7-9970-1B8A4274BCBF}"/>
    <pc:docChg chg="custSel addSld modSld sldOrd">
      <pc:chgData name="Shamshika Reddy" userId="64b02f5a8dec7662" providerId="LiveId" clId="{62653A95-EF0A-4CE7-9970-1B8A4274BCBF}" dt="2026-10-07T16:50:01.775" v="904" actId="14100"/>
      <pc:docMkLst>
        <pc:docMk/>
      </pc:docMkLst>
      <pc:sldChg chg="ord">
        <pc:chgData name="Shamshika Reddy" userId="64b02f5a8dec7662" providerId="LiveId" clId="{62653A95-EF0A-4CE7-9970-1B8A4274BCBF}" dt="2026-10-07T16:08:02.071" v="450"/>
        <pc:sldMkLst>
          <pc:docMk/>
          <pc:sldMk cId="252692721" sldId="257"/>
        </pc:sldMkLst>
      </pc:sldChg>
      <pc:sldChg chg="addSp modSp mod">
        <pc:chgData name="Shamshika Reddy" userId="64b02f5a8dec7662" providerId="LiveId" clId="{62653A95-EF0A-4CE7-9970-1B8A4274BCBF}" dt="2026-10-07T15:09:36.602" v="34" actId="5793"/>
        <pc:sldMkLst>
          <pc:docMk/>
          <pc:sldMk cId="4005528551" sldId="259"/>
        </pc:sldMkLst>
        <pc:spChg chg="add mod">
          <ac:chgData name="Shamshika Reddy" userId="64b02f5a8dec7662" providerId="LiveId" clId="{62653A95-EF0A-4CE7-9970-1B8A4274BCBF}" dt="2026-10-07T15:07:05.550" v="20" actId="20577"/>
          <ac:spMkLst>
            <pc:docMk/>
            <pc:sldMk cId="4005528551" sldId="259"/>
            <ac:spMk id="4" creationId="{EE3AFF41-4AC6-66D2-147C-FE2D0019B9DD}"/>
          </ac:spMkLst>
        </pc:spChg>
        <pc:spChg chg="add mod">
          <ac:chgData name="Shamshika Reddy" userId="64b02f5a8dec7662" providerId="LiveId" clId="{62653A95-EF0A-4CE7-9970-1B8A4274BCBF}" dt="2026-10-07T15:09:36.602" v="34" actId="5793"/>
          <ac:spMkLst>
            <pc:docMk/>
            <pc:sldMk cId="4005528551" sldId="259"/>
            <ac:spMk id="5" creationId="{AA5EF2A6-2EE3-900D-D1FE-BEB6C52F1733}"/>
          </ac:spMkLst>
        </pc:spChg>
        <pc:picChg chg="add mod">
          <ac:chgData name="Shamshika Reddy" userId="64b02f5a8dec7662" providerId="LiveId" clId="{62653A95-EF0A-4CE7-9970-1B8A4274BCBF}" dt="2026-10-07T15:06:25.630" v="5" actId="14100"/>
          <ac:picMkLst>
            <pc:docMk/>
            <pc:sldMk cId="4005528551" sldId="259"/>
            <ac:picMk id="3" creationId="{EB8C0453-44B8-1A2C-1583-2A1D1F8B9B0E}"/>
          </ac:picMkLst>
        </pc:picChg>
      </pc:sldChg>
      <pc:sldChg chg="addSp delSp modSp new mod">
        <pc:chgData name="Shamshika Reddy" userId="64b02f5a8dec7662" providerId="LiveId" clId="{62653A95-EF0A-4CE7-9970-1B8A4274BCBF}" dt="2026-10-07T15:11:35.127" v="80" actId="1076"/>
        <pc:sldMkLst>
          <pc:docMk/>
          <pc:sldMk cId="1612075854" sldId="260"/>
        </pc:sldMkLst>
        <pc:spChg chg="add del mod">
          <ac:chgData name="Shamshika Reddy" userId="64b02f5a8dec7662" providerId="LiveId" clId="{62653A95-EF0A-4CE7-9970-1B8A4274BCBF}" dt="2026-10-07T15:10:32.783" v="40" actId="21"/>
          <ac:spMkLst>
            <pc:docMk/>
            <pc:sldMk cId="1612075854" sldId="260"/>
            <ac:spMk id="4" creationId="{8C1D73A1-31CB-5BA1-F6F4-8FD29248127B}"/>
          </ac:spMkLst>
        </pc:spChg>
        <pc:spChg chg="add mod">
          <ac:chgData name="Shamshika Reddy" userId="64b02f5a8dec7662" providerId="LiveId" clId="{62653A95-EF0A-4CE7-9970-1B8A4274BCBF}" dt="2026-10-07T15:11:35.127" v="80" actId="1076"/>
          <ac:spMkLst>
            <pc:docMk/>
            <pc:sldMk cId="1612075854" sldId="260"/>
            <ac:spMk id="5" creationId="{55C355AA-CC7C-08E0-0C2F-B2A7BB24C629}"/>
          </ac:spMkLst>
        </pc:spChg>
        <pc:picChg chg="add mod">
          <ac:chgData name="Shamshika Reddy" userId="64b02f5a8dec7662" providerId="LiveId" clId="{62653A95-EF0A-4CE7-9970-1B8A4274BCBF}" dt="2026-10-07T15:10:18.215" v="38" actId="14100"/>
          <ac:picMkLst>
            <pc:docMk/>
            <pc:sldMk cId="1612075854" sldId="260"/>
            <ac:picMk id="3" creationId="{2E53B697-528C-A9B9-9394-DF33C52636DC}"/>
          </ac:picMkLst>
        </pc:picChg>
      </pc:sldChg>
      <pc:sldChg chg="addSp delSp modSp new mod">
        <pc:chgData name="Shamshika Reddy" userId="64b02f5a8dec7662" providerId="LiveId" clId="{62653A95-EF0A-4CE7-9970-1B8A4274BCBF}" dt="2026-10-07T15:21:29.673" v="303" actId="14100"/>
        <pc:sldMkLst>
          <pc:docMk/>
          <pc:sldMk cId="3077186803" sldId="261"/>
        </pc:sldMkLst>
        <pc:spChg chg="add del mod">
          <ac:chgData name="Shamshika Reddy" userId="64b02f5a8dec7662" providerId="LiveId" clId="{62653A95-EF0A-4CE7-9970-1B8A4274BCBF}" dt="2026-10-07T15:15:06.385" v="150"/>
          <ac:spMkLst>
            <pc:docMk/>
            <pc:sldMk cId="3077186803" sldId="261"/>
            <ac:spMk id="4" creationId="{010FF0B3-BB8A-D06C-D54A-B918B6B4CCAC}"/>
          </ac:spMkLst>
        </pc:spChg>
        <pc:spChg chg="add del mod">
          <ac:chgData name="Shamshika Reddy" userId="64b02f5a8dec7662" providerId="LiveId" clId="{62653A95-EF0A-4CE7-9970-1B8A4274BCBF}" dt="2026-10-07T15:15:38.495" v="170"/>
          <ac:spMkLst>
            <pc:docMk/>
            <pc:sldMk cId="3077186803" sldId="261"/>
            <ac:spMk id="5" creationId="{3442C50F-4208-D684-30C7-366E73CAD75A}"/>
          </ac:spMkLst>
        </pc:spChg>
        <pc:spChg chg="add del mod">
          <ac:chgData name="Shamshika Reddy" userId="64b02f5a8dec7662" providerId="LiveId" clId="{62653A95-EF0A-4CE7-9970-1B8A4274BCBF}" dt="2026-10-07T15:15:38.497" v="172"/>
          <ac:spMkLst>
            <pc:docMk/>
            <pc:sldMk cId="3077186803" sldId="261"/>
            <ac:spMk id="6" creationId="{2FD6F3ED-0868-F86C-D9E7-8442EF6581BA}"/>
          </ac:spMkLst>
        </pc:spChg>
        <pc:spChg chg="add mod">
          <ac:chgData name="Shamshika Reddy" userId="64b02f5a8dec7662" providerId="LiveId" clId="{62653A95-EF0A-4CE7-9970-1B8A4274BCBF}" dt="2026-10-07T15:21:29.673" v="303" actId="14100"/>
          <ac:spMkLst>
            <pc:docMk/>
            <pc:sldMk cId="3077186803" sldId="261"/>
            <ac:spMk id="9" creationId="{6E971EA0-00C1-F370-719C-7992D8607953}"/>
          </ac:spMkLst>
        </pc:spChg>
        <pc:picChg chg="add del mod">
          <ac:chgData name="Shamshika Reddy" userId="64b02f5a8dec7662" providerId="LiveId" clId="{62653A95-EF0A-4CE7-9970-1B8A4274BCBF}" dt="2026-10-07T15:15:38.484" v="168" actId="21"/>
          <ac:picMkLst>
            <pc:docMk/>
            <pc:sldMk cId="3077186803" sldId="261"/>
            <ac:picMk id="3" creationId="{5BC1B08C-92B4-A7F8-AA93-DC6B11C54613}"/>
          </ac:picMkLst>
        </pc:picChg>
        <pc:picChg chg="add mod">
          <ac:chgData name="Shamshika Reddy" userId="64b02f5a8dec7662" providerId="LiveId" clId="{62653A95-EF0A-4CE7-9970-1B8A4274BCBF}" dt="2026-10-07T15:21:26.533" v="302" actId="1076"/>
          <ac:picMkLst>
            <pc:docMk/>
            <pc:sldMk cId="3077186803" sldId="261"/>
            <ac:picMk id="8" creationId="{79764421-2E3C-0850-3A7D-AD515F00698C}"/>
          </ac:picMkLst>
        </pc:picChg>
      </pc:sldChg>
      <pc:sldChg chg="addSp delSp modSp new mod">
        <pc:chgData name="Shamshika Reddy" userId="64b02f5a8dec7662" providerId="LiveId" clId="{62653A95-EF0A-4CE7-9970-1B8A4274BCBF}" dt="2026-10-07T15:24:06.177" v="341" actId="12"/>
        <pc:sldMkLst>
          <pc:docMk/>
          <pc:sldMk cId="1188349219" sldId="262"/>
        </pc:sldMkLst>
        <pc:spChg chg="add del mod">
          <ac:chgData name="Shamshika Reddy" userId="64b02f5a8dec7662" providerId="LiveId" clId="{62653A95-EF0A-4CE7-9970-1B8A4274BCBF}" dt="2026-10-07T15:22:33.636" v="315"/>
          <ac:spMkLst>
            <pc:docMk/>
            <pc:sldMk cId="1188349219" sldId="262"/>
            <ac:spMk id="4" creationId="{219E84EF-A80A-28E2-F8C7-3FD0F1D0403B}"/>
          </ac:spMkLst>
        </pc:spChg>
        <pc:spChg chg="add mod">
          <ac:chgData name="Shamshika Reddy" userId="64b02f5a8dec7662" providerId="LiveId" clId="{62653A95-EF0A-4CE7-9970-1B8A4274BCBF}" dt="2026-10-07T15:22:50.567" v="326" actId="20577"/>
          <ac:spMkLst>
            <pc:docMk/>
            <pc:sldMk cId="1188349219" sldId="262"/>
            <ac:spMk id="5" creationId="{4CD37EE5-041D-AED8-A37B-A11BD3CA8DC2}"/>
          </ac:spMkLst>
        </pc:spChg>
        <pc:spChg chg="add mod">
          <ac:chgData name="Shamshika Reddy" userId="64b02f5a8dec7662" providerId="LiveId" clId="{62653A95-EF0A-4CE7-9970-1B8A4274BCBF}" dt="2026-10-07T15:24:06.177" v="341" actId="12"/>
          <ac:spMkLst>
            <pc:docMk/>
            <pc:sldMk cId="1188349219" sldId="262"/>
            <ac:spMk id="6" creationId="{F6CFBAB1-BA73-459A-7A94-2F4CCABA1D7F}"/>
          </ac:spMkLst>
        </pc:spChg>
        <pc:picChg chg="add mod">
          <ac:chgData name="Shamshika Reddy" userId="64b02f5a8dec7662" providerId="LiveId" clId="{62653A95-EF0A-4CE7-9970-1B8A4274BCBF}" dt="2026-10-07T15:22:21.478" v="311" actId="14100"/>
          <ac:picMkLst>
            <pc:docMk/>
            <pc:sldMk cId="1188349219" sldId="262"/>
            <ac:picMk id="3" creationId="{09C2C9C8-D88D-CE18-38B7-E44AEFAD8AD9}"/>
          </ac:picMkLst>
        </pc:picChg>
      </pc:sldChg>
      <pc:sldChg chg="addSp delSp modSp new mod">
        <pc:chgData name="Shamshika Reddy" userId="64b02f5a8dec7662" providerId="LiveId" clId="{62653A95-EF0A-4CE7-9970-1B8A4274BCBF}" dt="2026-10-07T15:26:08.036" v="349" actId="14100"/>
        <pc:sldMkLst>
          <pc:docMk/>
          <pc:sldMk cId="4290253312" sldId="263"/>
        </pc:sldMkLst>
        <pc:picChg chg="add del mod">
          <ac:chgData name="Shamshika Reddy" userId="64b02f5a8dec7662" providerId="LiveId" clId="{62653A95-EF0A-4CE7-9970-1B8A4274BCBF}" dt="2026-10-07T15:25:53.036" v="346" actId="21"/>
          <ac:picMkLst>
            <pc:docMk/>
            <pc:sldMk cId="4290253312" sldId="263"/>
            <ac:picMk id="3" creationId="{2AF3BFA0-FBF0-8523-82C8-01B01F154162}"/>
          </ac:picMkLst>
        </pc:picChg>
        <pc:picChg chg="add mod">
          <ac:chgData name="Shamshika Reddy" userId="64b02f5a8dec7662" providerId="LiveId" clId="{62653A95-EF0A-4CE7-9970-1B8A4274BCBF}" dt="2026-10-07T15:26:08.036" v="349" actId="14100"/>
          <ac:picMkLst>
            <pc:docMk/>
            <pc:sldMk cId="4290253312" sldId="263"/>
            <ac:picMk id="5" creationId="{C400F1C4-1D56-5BAD-4FE9-5EC5F68398B4}"/>
          </ac:picMkLst>
        </pc:picChg>
      </pc:sldChg>
      <pc:sldChg chg="addSp modSp new mod">
        <pc:chgData name="Shamshika Reddy" userId="64b02f5a8dec7662" providerId="LiveId" clId="{62653A95-EF0A-4CE7-9970-1B8A4274BCBF}" dt="2026-10-07T15:28:44.260" v="401" actId="20577"/>
        <pc:sldMkLst>
          <pc:docMk/>
          <pc:sldMk cId="3583637246" sldId="264"/>
        </pc:sldMkLst>
        <pc:spChg chg="add mod">
          <ac:chgData name="Shamshika Reddy" userId="64b02f5a8dec7662" providerId="LiveId" clId="{62653A95-EF0A-4CE7-9970-1B8A4274BCBF}" dt="2026-10-07T15:27:33.100" v="384" actId="20577"/>
          <ac:spMkLst>
            <pc:docMk/>
            <pc:sldMk cId="3583637246" sldId="264"/>
            <ac:spMk id="4" creationId="{02FD27F2-72C0-5EB0-F93D-B05FD75394FE}"/>
          </ac:spMkLst>
        </pc:spChg>
        <pc:spChg chg="add mod">
          <ac:chgData name="Shamshika Reddy" userId="64b02f5a8dec7662" providerId="LiveId" clId="{62653A95-EF0A-4CE7-9970-1B8A4274BCBF}" dt="2026-10-07T15:28:44.260" v="401" actId="20577"/>
          <ac:spMkLst>
            <pc:docMk/>
            <pc:sldMk cId="3583637246" sldId="264"/>
            <ac:spMk id="5" creationId="{4DEFAC61-3D20-609C-6156-1828A681AD11}"/>
          </ac:spMkLst>
        </pc:spChg>
        <pc:picChg chg="add mod">
          <ac:chgData name="Shamshika Reddy" userId="64b02f5a8dec7662" providerId="LiveId" clId="{62653A95-EF0A-4CE7-9970-1B8A4274BCBF}" dt="2026-10-07T15:26:57.240" v="355" actId="14100"/>
          <ac:picMkLst>
            <pc:docMk/>
            <pc:sldMk cId="3583637246" sldId="264"/>
            <ac:picMk id="3" creationId="{8AE54293-276F-45D0-7753-14018B7F433A}"/>
          </ac:picMkLst>
        </pc:picChg>
      </pc:sldChg>
      <pc:sldChg chg="addSp delSp modSp new mod">
        <pc:chgData name="Shamshika Reddy" userId="64b02f5a8dec7662" providerId="LiveId" clId="{62653A95-EF0A-4CE7-9970-1B8A4274BCBF}" dt="2026-10-07T15:30:30.456" v="410" actId="14100"/>
        <pc:sldMkLst>
          <pc:docMk/>
          <pc:sldMk cId="4109337820" sldId="265"/>
        </pc:sldMkLst>
        <pc:picChg chg="add del mod">
          <ac:chgData name="Shamshika Reddy" userId="64b02f5a8dec7662" providerId="LiveId" clId="{62653A95-EF0A-4CE7-9970-1B8A4274BCBF}" dt="2026-10-07T15:30:02.554" v="404" actId="21"/>
          <ac:picMkLst>
            <pc:docMk/>
            <pc:sldMk cId="4109337820" sldId="265"/>
            <ac:picMk id="3" creationId="{6E1A72C2-E2A1-A307-77F8-A69D54953979}"/>
          </ac:picMkLst>
        </pc:picChg>
        <pc:picChg chg="add mod">
          <ac:chgData name="Shamshika Reddy" userId="64b02f5a8dec7662" providerId="LiveId" clId="{62653A95-EF0A-4CE7-9970-1B8A4274BCBF}" dt="2026-10-07T15:30:30.456" v="410" actId="14100"/>
          <ac:picMkLst>
            <pc:docMk/>
            <pc:sldMk cId="4109337820" sldId="265"/>
            <ac:picMk id="5" creationId="{4D07FF64-A421-5F2E-7383-6D7779585775}"/>
          </ac:picMkLst>
        </pc:picChg>
      </pc:sldChg>
      <pc:sldChg chg="addSp modSp new mod">
        <pc:chgData name="Shamshika Reddy" userId="64b02f5a8dec7662" providerId="LiveId" clId="{62653A95-EF0A-4CE7-9970-1B8A4274BCBF}" dt="2026-10-07T16:08:35.414" v="461" actId="20577"/>
        <pc:sldMkLst>
          <pc:docMk/>
          <pc:sldMk cId="1673344606" sldId="266"/>
        </pc:sldMkLst>
        <pc:spChg chg="add mod">
          <ac:chgData name="Shamshika Reddy" userId="64b02f5a8dec7662" providerId="LiveId" clId="{62653A95-EF0A-4CE7-9970-1B8A4274BCBF}" dt="2026-10-07T16:05:52.262" v="426" actId="1076"/>
          <ac:spMkLst>
            <pc:docMk/>
            <pc:sldMk cId="1673344606" sldId="266"/>
            <ac:spMk id="4" creationId="{E7B53100-CA2D-112E-DF61-87DF357E37AD}"/>
          </ac:spMkLst>
        </pc:spChg>
        <pc:spChg chg="add mod">
          <ac:chgData name="Shamshika Reddy" userId="64b02f5a8dec7662" providerId="LiveId" clId="{62653A95-EF0A-4CE7-9970-1B8A4274BCBF}" dt="2026-10-07T16:08:35.414" v="461" actId="20577"/>
          <ac:spMkLst>
            <pc:docMk/>
            <pc:sldMk cId="1673344606" sldId="266"/>
            <ac:spMk id="5" creationId="{21D90F35-EF0D-DBFF-86C5-2826C0868705}"/>
          </ac:spMkLst>
        </pc:spChg>
        <pc:picChg chg="add mod">
          <ac:chgData name="Shamshika Reddy" userId="64b02f5a8dec7662" providerId="LiveId" clId="{62653A95-EF0A-4CE7-9970-1B8A4274BCBF}" dt="2026-10-07T15:59:44.206" v="417" actId="14100"/>
          <ac:picMkLst>
            <pc:docMk/>
            <pc:sldMk cId="1673344606" sldId="266"/>
            <ac:picMk id="3" creationId="{A7EB9C37-C408-9C59-C244-7CB10892806E}"/>
          </ac:picMkLst>
        </pc:picChg>
      </pc:sldChg>
      <pc:sldChg chg="addSp delSp modSp new mod">
        <pc:chgData name="Shamshika Reddy" userId="64b02f5a8dec7662" providerId="LiveId" clId="{62653A95-EF0A-4CE7-9970-1B8A4274BCBF}" dt="2026-10-07T16:16:05.381" v="575" actId="20577"/>
        <pc:sldMkLst>
          <pc:docMk/>
          <pc:sldMk cId="1717427898" sldId="267"/>
        </pc:sldMkLst>
        <pc:spChg chg="add mod">
          <ac:chgData name="Shamshika Reddy" userId="64b02f5a8dec7662" providerId="LiveId" clId="{62653A95-EF0A-4CE7-9970-1B8A4274BCBF}" dt="2026-10-07T16:12:00.431" v="513" actId="20577"/>
          <ac:spMkLst>
            <pc:docMk/>
            <pc:sldMk cId="1717427898" sldId="267"/>
            <ac:spMk id="4" creationId="{6ABF67CB-E79D-92D4-F7FE-43F0421632A0}"/>
          </ac:spMkLst>
        </pc:spChg>
        <pc:spChg chg="add del mod">
          <ac:chgData name="Shamshika Reddy" userId="64b02f5a8dec7662" providerId="LiveId" clId="{62653A95-EF0A-4CE7-9970-1B8A4274BCBF}" dt="2026-10-07T16:12:22.775" v="515" actId="21"/>
          <ac:spMkLst>
            <pc:docMk/>
            <pc:sldMk cId="1717427898" sldId="267"/>
            <ac:spMk id="5" creationId="{3BBA0F88-7FD9-F6E3-1DCF-6DBF72BF625A}"/>
          </ac:spMkLst>
        </pc:spChg>
        <pc:spChg chg="add mod">
          <ac:chgData name="Shamshika Reddy" userId="64b02f5a8dec7662" providerId="LiveId" clId="{62653A95-EF0A-4CE7-9970-1B8A4274BCBF}" dt="2026-10-07T16:16:05.381" v="575" actId="20577"/>
          <ac:spMkLst>
            <pc:docMk/>
            <pc:sldMk cId="1717427898" sldId="267"/>
            <ac:spMk id="6" creationId="{E27DE6AE-D091-B5D6-02DD-FED23402AA8F}"/>
          </ac:spMkLst>
        </pc:spChg>
        <pc:picChg chg="add mod">
          <ac:chgData name="Shamshika Reddy" userId="64b02f5a8dec7662" providerId="LiveId" clId="{62653A95-EF0A-4CE7-9970-1B8A4274BCBF}" dt="2026-10-07T16:10:33.655" v="468" actId="14100"/>
          <ac:picMkLst>
            <pc:docMk/>
            <pc:sldMk cId="1717427898" sldId="267"/>
            <ac:picMk id="3" creationId="{B58891D2-6C5D-F782-06D3-00EF24060668}"/>
          </ac:picMkLst>
        </pc:picChg>
      </pc:sldChg>
      <pc:sldChg chg="addSp delSp modSp new mod ord">
        <pc:chgData name="Shamshika Reddy" userId="64b02f5a8dec7662" providerId="LiveId" clId="{62653A95-EF0A-4CE7-9970-1B8A4274BCBF}" dt="2026-10-07T16:24:18.431" v="587" actId="14100"/>
        <pc:sldMkLst>
          <pc:docMk/>
          <pc:sldMk cId="221785218" sldId="268"/>
        </pc:sldMkLst>
        <pc:picChg chg="add del mod">
          <ac:chgData name="Shamshika Reddy" userId="64b02f5a8dec7662" providerId="LiveId" clId="{62653A95-EF0A-4CE7-9970-1B8A4274BCBF}" dt="2026-10-07T16:17:34.393" v="580" actId="21"/>
          <ac:picMkLst>
            <pc:docMk/>
            <pc:sldMk cId="221785218" sldId="268"/>
            <ac:picMk id="3" creationId="{1E350D40-5D9D-D73C-309E-056310DEFF49}"/>
          </ac:picMkLst>
        </pc:picChg>
        <pc:picChg chg="add del mod">
          <ac:chgData name="Shamshika Reddy" userId="64b02f5a8dec7662" providerId="LiveId" clId="{62653A95-EF0A-4CE7-9970-1B8A4274BCBF}" dt="2026-10-07T16:23:50.753" v="582" actId="21"/>
          <ac:picMkLst>
            <pc:docMk/>
            <pc:sldMk cId="221785218" sldId="268"/>
            <ac:picMk id="5" creationId="{417DC987-2993-D9C1-7A06-97FDF03DBB37}"/>
          </ac:picMkLst>
        </pc:picChg>
        <pc:picChg chg="add mod">
          <ac:chgData name="Shamshika Reddy" userId="64b02f5a8dec7662" providerId="LiveId" clId="{62653A95-EF0A-4CE7-9970-1B8A4274BCBF}" dt="2026-10-07T16:24:18.431" v="587" actId="14100"/>
          <ac:picMkLst>
            <pc:docMk/>
            <pc:sldMk cId="221785218" sldId="268"/>
            <ac:picMk id="7" creationId="{D6E6E228-D43D-2C57-B56B-757AFC5339BF}"/>
          </ac:picMkLst>
        </pc:picChg>
      </pc:sldChg>
      <pc:sldChg chg="addSp delSp modSp new mod">
        <pc:chgData name="Shamshika Reddy" userId="64b02f5a8dec7662" providerId="LiveId" clId="{62653A95-EF0A-4CE7-9970-1B8A4274BCBF}" dt="2026-10-07T16:35:48.802" v="657" actId="14100"/>
        <pc:sldMkLst>
          <pc:docMk/>
          <pc:sldMk cId="2561722538" sldId="269"/>
        </pc:sldMkLst>
        <pc:spChg chg="add del mod">
          <ac:chgData name="Shamshika Reddy" userId="64b02f5a8dec7662" providerId="LiveId" clId="{62653A95-EF0A-4CE7-9970-1B8A4274BCBF}" dt="2026-10-07T16:29:24.662" v="639"/>
          <ac:spMkLst>
            <pc:docMk/>
            <pc:sldMk cId="2561722538" sldId="269"/>
            <ac:spMk id="4" creationId="{0F0EF0CD-96E5-C6D0-C9C2-0970A0A14944}"/>
          </ac:spMkLst>
        </pc:spChg>
        <pc:spChg chg="add del mod">
          <ac:chgData name="Shamshika Reddy" userId="64b02f5a8dec7662" providerId="LiveId" clId="{62653A95-EF0A-4CE7-9970-1B8A4274BCBF}" dt="2026-10-07T16:28:58.273" v="620" actId="21"/>
          <ac:spMkLst>
            <pc:docMk/>
            <pc:sldMk cId="2561722538" sldId="269"/>
            <ac:spMk id="5" creationId="{01FCF53A-FA03-5394-6E6E-A022EC72DB71}"/>
          </ac:spMkLst>
        </pc:spChg>
        <pc:picChg chg="add del mod">
          <ac:chgData name="Shamshika Reddy" userId="64b02f5a8dec7662" providerId="LiveId" clId="{62653A95-EF0A-4CE7-9970-1B8A4274BCBF}" dt="2026-10-07T16:29:04.816" v="621" actId="21"/>
          <ac:picMkLst>
            <pc:docMk/>
            <pc:sldMk cId="2561722538" sldId="269"/>
            <ac:picMk id="3" creationId="{27E42707-2FC8-FB30-0CB7-291E30A04663}"/>
          </ac:picMkLst>
        </pc:picChg>
        <pc:picChg chg="add del mod">
          <ac:chgData name="Shamshika Reddy" userId="64b02f5a8dec7662" providerId="LiveId" clId="{62653A95-EF0A-4CE7-9970-1B8A4274BCBF}" dt="2026-10-07T16:30:26.540" v="651" actId="21"/>
          <ac:picMkLst>
            <pc:docMk/>
            <pc:sldMk cId="2561722538" sldId="269"/>
            <ac:picMk id="7" creationId="{2B6736FD-3262-1940-E325-ADC47DD41214}"/>
          </ac:picMkLst>
        </pc:picChg>
        <pc:picChg chg="add del mod">
          <ac:chgData name="Shamshika Reddy" userId="64b02f5a8dec7662" providerId="LiveId" clId="{62653A95-EF0A-4CE7-9970-1B8A4274BCBF}" dt="2026-10-07T16:31:45.926" v="654" actId="21"/>
          <ac:picMkLst>
            <pc:docMk/>
            <pc:sldMk cId="2561722538" sldId="269"/>
            <ac:picMk id="9" creationId="{A318C94E-2C0D-9851-7557-F964CEF311A4}"/>
          </ac:picMkLst>
        </pc:picChg>
        <pc:picChg chg="add mod">
          <ac:chgData name="Shamshika Reddy" userId="64b02f5a8dec7662" providerId="LiveId" clId="{62653A95-EF0A-4CE7-9970-1B8A4274BCBF}" dt="2026-10-07T16:35:48.802" v="657" actId="14100"/>
          <ac:picMkLst>
            <pc:docMk/>
            <pc:sldMk cId="2561722538" sldId="269"/>
            <ac:picMk id="11" creationId="{9DBB58D4-3A6F-EA92-ABED-CCA22B8252AD}"/>
          </ac:picMkLst>
        </pc:picChg>
      </pc:sldChg>
      <pc:sldChg chg="addSp delSp modSp new mod">
        <pc:chgData name="Shamshika Reddy" userId="64b02f5a8dec7662" providerId="LiveId" clId="{62653A95-EF0A-4CE7-9970-1B8A4274BCBF}" dt="2026-10-07T16:44:24.263" v="899" actId="20577"/>
        <pc:sldMkLst>
          <pc:docMk/>
          <pc:sldMk cId="1939471116" sldId="270"/>
        </pc:sldMkLst>
        <pc:spChg chg="add del mod">
          <ac:chgData name="Shamshika Reddy" userId="64b02f5a8dec7662" providerId="LiveId" clId="{62653A95-EF0A-4CE7-9970-1B8A4274BCBF}" dt="2026-10-07T16:39:08.824" v="684"/>
          <ac:spMkLst>
            <pc:docMk/>
            <pc:sldMk cId="1939471116" sldId="270"/>
            <ac:spMk id="4" creationId="{35D123A1-944F-412A-EBB4-C7F37CB45B4C}"/>
          </ac:spMkLst>
        </pc:spChg>
        <pc:spChg chg="add mod">
          <ac:chgData name="Shamshika Reddy" userId="64b02f5a8dec7662" providerId="LiveId" clId="{62653A95-EF0A-4CE7-9970-1B8A4274BCBF}" dt="2026-10-07T16:39:06.420" v="682" actId="1076"/>
          <ac:spMkLst>
            <pc:docMk/>
            <pc:sldMk cId="1939471116" sldId="270"/>
            <ac:spMk id="5" creationId="{5122E4D9-E807-E540-B8B6-299555737E7A}"/>
          </ac:spMkLst>
        </pc:spChg>
        <pc:spChg chg="add mod">
          <ac:chgData name="Shamshika Reddy" userId="64b02f5a8dec7662" providerId="LiveId" clId="{62653A95-EF0A-4CE7-9970-1B8A4274BCBF}" dt="2026-10-07T16:44:24.263" v="899" actId="20577"/>
          <ac:spMkLst>
            <pc:docMk/>
            <pc:sldMk cId="1939471116" sldId="270"/>
            <ac:spMk id="6" creationId="{E35E22EE-BF4C-56A2-1273-2D169B751AEF}"/>
          </ac:spMkLst>
        </pc:spChg>
        <pc:picChg chg="add mod">
          <ac:chgData name="Shamshika Reddy" userId="64b02f5a8dec7662" providerId="LiveId" clId="{62653A95-EF0A-4CE7-9970-1B8A4274BCBF}" dt="2026-10-07T16:37:18.404" v="668" actId="14100"/>
          <ac:picMkLst>
            <pc:docMk/>
            <pc:sldMk cId="1939471116" sldId="270"/>
            <ac:picMk id="3" creationId="{D5EFD7E1-6960-BF2A-A172-7C14C924A05F}"/>
          </ac:picMkLst>
        </pc:picChg>
      </pc:sldChg>
      <pc:sldChg chg="addSp modSp new mod">
        <pc:chgData name="Shamshika Reddy" userId="64b02f5a8dec7662" providerId="LiveId" clId="{62653A95-EF0A-4CE7-9970-1B8A4274BCBF}" dt="2026-10-07T16:50:01.775" v="904" actId="14100"/>
        <pc:sldMkLst>
          <pc:docMk/>
          <pc:sldMk cId="1243839237" sldId="271"/>
        </pc:sldMkLst>
        <pc:picChg chg="add mod">
          <ac:chgData name="Shamshika Reddy" userId="64b02f5a8dec7662" providerId="LiveId" clId="{62653A95-EF0A-4CE7-9970-1B8A4274BCBF}" dt="2026-10-07T16:50:01.775" v="904" actId="14100"/>
          <ac:picMkLst>
            <pc:docMk/>
            <pc:sldMk cId="1243839237" sldId="271"/>
            <ac:picMk id="3" creationId="{13AC4856-3CC4-3FD1-21E2-49C9B125D08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0C35A-DF0D-92FC-7FD1-FE7534A5E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CC4B3-D967-1883-19B8-C02490813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08F51-107B-9F97-EEB2-BFC3A5CA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7CEE3-0B40-D2D5-0EB9-989F9434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12B2A-2852-A17F-0BBD-7C509B860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77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7160-E396-E9CA-E8A9-FABEB32E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7A6-0DC4-2024-571C-23791CC23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9DE85-9A1B-A6BE-BAA6-A5810EA9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8B0A2-1A0A-64A8-87D6-6BC67FFA1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2875E-B1AC-EAF8-3378-33BAB09F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80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8783-0CBD-65D5-B6CB-B946321DA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196CC-4CE4-E405-0318-AB919BB8F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7AADD-322A-6904-4B5E-0C2FBADC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D689C-6A48-B586-5165-D7513F00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54857-93AD-BAB9-F8FA-CFB06C07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57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1A8C-0764-D8E0-6189-F1B712E6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C269D-D1E7-DF0E-35D6-66CF108EC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4FBB3-1E8A-AC95-4478-1823CDD81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25D70-82D6-8FF3-A716-FC67D4CB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49EAD-D891-4785-A715-06B41A73D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C2EA7-A6C2-9602-4BF9-692B8A65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13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42A5F-B045-6DB9-26AA-2A4DFB0E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CCD66-65E6-3C14-60F5-C91451BC9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D7F8C-B6D4-9CAE-1613-26C96948E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3A5A53-5397-AEAB-7C33-1B30DDC4D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B77A7-BCBD-758B-2856-566AD51CC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834234-127C-05DC-F754-EC969038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F309D6-CEF6-D376-41E0-0BA41EF0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57371-3208-79AD-290A-D72C912F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336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12AB-7BD7-CE17-A6B2-9CF34D52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6F63C-0C6F-FAAD-799F-C9760CD1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F1387-71BA-68F2-0FB6-D2822EE3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4A47F-584A-DA7A-B400-3AF0D301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66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D75FB-548A-320C-37BB-A44F40A5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2AFF73-45DF-AC7E-BF8C-AF1B138C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54E83-EE09-25EE-0361-0F64436E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589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4D71E-BD66-FA3C-62AE-717A99CED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561EB-3AE3-E590-CD26-378A0AF7B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85EAF-C47F-85B1-AC2B-44CCDD81F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D7B5E-EBC8-AE19-F3A8-D10EA983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E4C61-77A8-4D68-F986-D3548B566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AD1B4-A8E0-9633-9F0A-1F2504CBF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97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219E-8F83-0760-16BC-7F92163EC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A20DC-065C-E627-7C77-F0E404E61D3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2C69E-25B5-EA84-324A-FF25A2C44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23497-4898-1D01-E870-4AA8AA370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7D087-C21D-5922-7231-5E966CF4D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D3049-2B9C-6450-A972-CD22793C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14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B735-A8F9-F72A-4B3D-E6F2A141B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0EC5E-61C5-9589-8109-E37FC5E23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3CB08-3A10-A4F5-469E-E07D1935E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A2726-E05D-5645-DBF6-E8D263D7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EC8EB-1EAC-0D5E-F93C-44B8B840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270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904752-0AB2-93B2-CD0F-FDB1B2A50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8B242-C0A8-2C1A-6089-B2EF1D4D6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6D120-9D8B-7A2F-8C1C-6E269A19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3C711-3017-F36D-9727-E36C7BD5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029A6-10FD-9178-8197-65E7B797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520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8CD0F7-9095-B0B6-E858-A3A69F36C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5BEE1-4880-F28D-10EB-A57F7ACE7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93F49-80B7-950C-6E27-3AB32D463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38401-29E1-4003-8869-D5E649D7A3F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3E0BB-1AEE-1665-F472-DE2E51531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F1209-55ED-9D7F-EB51-6DCBAE253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7BFF0-27F5-4BA0-A2A6-35D7A0F8B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604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E6CF-4A9E-8A00-4A64-906BD65662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6DA3A-4B85-2997-8003-8BB4669CD0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572374-9930-673D-BACA-C9ABDB4CD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35C76D-BB15-2F14-2176-DDD7D2A743F9}"/>
              </a:ext>
            </a:extLst>
          </p:cNvPr>
          <p:cNvSpPr txBox="1"/>
          <p:nvPr/>
        </p:nvSpPr>
        <p:spPr>
          <a:xfrm>
            <a:off x="3755571" y="2628900"/>
            <a:ext cx="522931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BOOK MY SHOW/LIVE EVENTS</a:t>
            </a:r>
          </a:p>
          <a:p>
            <a:r>
              <a:rPr lang="en-IN" sz="3200" dirty="0"/>
              <a:t>DYNAMIC PRICING STUDY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2B61BD-DD91-0344-34B2-D075D903E828}"/>
              </a:ext>
            </a:extLst>
          </p:cNvPr>
          <p:cNvSpPr txBox="1"/>
          <p:nvPr/>
        </p:nvSpPr>
        <p:spPr>
          <a:xfrm>
            <a:off x="3892260" y="4429919"/>
            <a:ext cx="4407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BY-SHAMSHIKA,SPOORTHI,UDAY SRI</a:t>
            </a:r>
          </a:p>
        </p:txBody>
      </p:sp>
    </p:spTree>
    <p:extLst>
      <p:ext uri="{BB962C8B-B14F-4D97-AF65-F5344CB8AC3E}">
        <p14:creationId xmlns:p14="http://schemas.microsoft.com/office/powerpoint/2010/main" val="3978717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2BB6C4-4FC5-D373-904D-FC6442E9B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1468AF-4576-755D-F755-D989F088F69D}"/>
              </a:ext>
            </a:extLst>
          </p:cNvPr>
          <p:cNvSpPr txBox="1"/>
          <p:nvPr/>
        </p:nvSpPr>
        <p:spPr>
          <a:xfrm>
            <a:off x="3706586" y="783771"/>
            <a:ext cx="4137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4A4E7-236D-318A-C7F4-178C9E751D57}"/>
              </a:ext>
            </a:extLst>
          </p:cNvPr>
          <p:cNvSpPr txBox="1"/>
          <p:nvPr/>
        </p:nvSpPr>
        <p:spPr>
          <a:xfrm>
            <a:off x="2302329" y="2253343"/>
            <a:ext cx="810478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effectLst/>
              </a:rPr>
              <a:t>Dynamic pricing in live events is a modern strategy where ticket</a:t>
            </a:r>
          </a:p>
          <a:p>
            <a:r>
              <a:rPr lang="en-IN" sz="2400" dirty="0">
                <a:effectLst/>
              </a:rPr>
              <a:t> prices change based on demand, timing, and availability.</a:t>
            </a:r>
          </a:p>
          <a:p>
            <a:r>
              <a:rPr lang="en-IN" sz="2400" dirty="0">
                <a:effectLst/>
              </a:rPr>
              <a:t> Platforms like </a:t>
            </a:r>
            <a:r>
              <a:rPr lang="en-IN" sz="2400" dirty="0" err="1">
                <a:effectLst/>
              </a:rPr>
              <a:t>BookMyShow</a:t>
            </a:r>
            <a:r>
              <a:rPr lang="en-IN" sz="2400" dirty="0">
                <a:effectLst/>
              </a:rPr>
              <a:t> use data analytics and market </a:t>
            </a:r>
          </a:p>
          <a:p>
            <a:r>
              <a:rPr lang="en-IN" sz="2400" dirty="0">
                <a:effectLst/>
              </a:rPr>
              <a:t>insights to optimize revenue and customer satisfaction. </a:t>
            </a:r>
          </a:p>
          <a:p>
            <a:r>
              <a:rPr lang="en-IN" sz="2400" dirty="0">
                <a:effectLst/>
              </a:rPr>
              <a:t>This study connects Economics, Business Environment, and </a:t>
            </a:r>
          </a:p>
          <a:p>
            <a:r>
              <a:rPr lang="en-IN" sz="2400" dirty="0">
                <a:effectLst/>
              </a:rPr>
              <a:t>Python to explore how technology drives smarter pricing </a:t>
            </a:r>
          </a:p>
          <a:p>
            <a:r>
              <a:rPr lang="en-IN" sz="2400" dirty="0">
                <a:effectLst/>
              </a:rPr>
              <a:t>decisions in the Indian entertainment industry.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269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90FCF4-9BEE-27F4-2E1B-68F09B6DC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C4598F-EAC6-5305-4921-D7F847C745A4}"/>
              </a:ext>
            </a:extLst>
          </p:cNvPr>
          <p:cNvSpPr txBox="1"/>
          <p:nvPr/>
        </p:nvSpPr>
        <p:spPr>
          <a:xfrm>
            <a:off x="4016829" y="571500"/>
            <a:ext cx="34446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/>
              <a:t>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135B4-F1F0-7B46-85A5-10456A71CD15}"/>
              </a:ext>
            </a:extLst>
          </p:cNvPr>
          <p:cNvSpPr txBox="1"/>
          <p:nvPr/>
        </p:nvSpPr>
        <p:spPr>
          <a:xfrm>
            <a:off x="1730830" y="2041071"/>
            <a:ext cx="120051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effectLst/>
              </a:rPr>
              <a:t>Why this project?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Ticket prices fluctuate dynamically — understanding elasticity helps</a:t>
            </a:r>
          </a:p>
          <a:p>
            <a:pPr lvl="0"/>
            <a:r>
              <a:rPr lang="en-IN" sz="2400" dirty="0">
                <a:effectLst/>
              </a:rPr>
              <a:t> predict demand.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</a:rPr>
              <a:t>Businesses use data analytics to optimize revenue and customer </a:t>
            </a:r>
          </a:p>
          <a:p>
            <a:pPr lvl="0"/>
            <a:r>
              <a:rPr lang="en-IN" sz="2400" dirty="0"/>
              <a:t>   </a:t>
            </a:r>
            <a:r>
              <a:rPr lang="en-IN" sz="2400" dirty="0">
                <a:effectLst/>
              </a:rPr>
              <a:t>   satisfaction.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effectLst/>
              </a:rPr>
              <a:t>BookMyShow’s</a:t>
            </a:r>
            <a:r>
              <a:rPr lang="en-IN" sz="2400" dirty="0">
                <a:effectLst/>
              </a:rPr>
              <a:t> model reflects modern market </a:t>
            </a:r>
            <a:r>
              <a:rPr lang="en-IN" sz="2400" dirty="0" err="1">
                <a:effectLst/>
              </a:rPr>
              <a:t>behavior</a:t>
            </a:r>
            <a:r>
              <a:rPr lang="en-IN" sz="2400" dirty="0">
                <a:effectLst/>
              </a:rPr>
              <a:t> and digital </a:t>
            </a:r>
          </a:p>
          <a:p>
            <a:pPr lvl="0"/>
            <a:r>
              <a:rPr lang="en-IN" sz="2400" dirty="0"/>
              <a:t>tr</a:t>
            </a:r>
            <a:r>
              <a:rPr lang="en-IN" sz="2400" dirty="0">
                <a:effectLst/>
              </a:rPr>
              <a:t>ansformation.</a:t>
            </a:r>
          </a:p>
          <a:p>
            <a:pPr lvl="0"/>
            <a:endParaRPr lang="en-IN" sz="2400" dirty="0">
              <a:effectLst/>
            </a:endParaRPr>
          </a:p>
          <a:p>
            <a:pPr lvl="0"/>
            <a:r>
              <a:rPr lang="en-IN" sz="2400" dirty="0">
                <a:effectLst/>
              </a:rPr>
              <a:t> </a:t>
            </a:r>
            <a:r>
              <a:rPr lang="en-IN" sz="2400" b="1" dirty="0">
                <a:effectLst/>
              </a:rPr>
              <a:t>Visual:</a:t>
            </a:r>
            <a:endParaRPr lang="en-IN" sz="2400" dirty="0"/>
          </a:p>
          <a:p>
            <a:pPr lvl="0"/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34630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53B697-528C-A9B9-9394-DF33C5263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C355AA-CC7C-08E0-0C2F-B2A7BB24C629}"/>
              </a:ext>
            </a:extLst>
          </p:cNvPr>
          <p:cNvSpPr txBox="1"/>
          <p:nvPr/>
        </p:nvSpPr>
        <p:spPr>
          <a:xfrm>
            <a:off x="4406537" y="130628"/>
            <a:ext cx="2624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CINEMA TICKETS</a:t>
            </a:r>
          </a:p>
        </p:txBody>
      </p:sp>
    </p:spTree>
    <p:extLst>
      <p:ext uri="{BB962C8B-B14F-4D97-AF65-F5344CB8AC3E}">
        <p14:creationId xmlns:p14="http://schemas.microsoft.com/office/powerpoint/2010/main" val="1612075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8C0453-44B8-1A2C-1583-2A1D1F8B9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3AFF41-4AC6-66D2-147C-FE2D0019B9DD}"/>
              </a:ext>
            </a:extLst>
          </p:cNvPr>
          <p:cNvSpPr txBox="1"/>
          <p:nvPr/>
        </p:nvSpPr>
        <p:spPr>
          <a:xfrm>
            <a:off x="4715933" y="550333"/>
            <a:ext cx="2854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/>
              <a:t>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5EF2A6-2EE3-900D-D1FE-BEB6C52F1733}"/>
              </a:ext>
            </a:extLst>
          </p:cNvPr>
          <p:cNvSpPr txBox="1"/>
          <p:nvPr/>
        </p:nvSpPr>
        <p:spPr>
          <a:xfrm>
            <a:off x="2203268" y="1759131"/>
            <a:ext cx="856054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Apply </a:t>
            </a:r>
            <a:r>
              <a:rPr lang="en-IN" sz="2400" b="1" dirty="0"/>
              <a:t>demand &amp; supply analysis</a:t>
            </a:r>
            <a:r>
              <a:rPr lang="en-IN" sz="2400" dirty="0"/>
              <a:t> to ticket pricing.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</a:t>
            </a:r>
            <a:r>
              <a:rPr lang="en-IN" sz="2400" b="1" dirty="0"/>
              <a:t>Porter’s Five Forces</a:t>
            </a:r>
            <a:r>
              <a:rPr lang="en-IN" sz="2400" dirty="0"/>
              <a:t> to study competitive positioning.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Employ </a:t>
            </a:r>
            <a:r>
              <a:rPr lang="en-IN" sz="2400" b="1" dirty="0"/>
              <a:t>Python (Matplotlib &amp; </a:t>
            </a:r>
            <a:r>
              <a:rPr lang="en-IN" sz="2400" b="1" dirty="0" err="1"/>
              <a:t>Plotly</a:t>
            </a:r>
            <a:r>
              <a:rPr lang="en-IN" sz="2400" b="1" dirty="0"/>
              <a:t>)</a:t>
            </a:r>
            <a:r>
              <a:rPr lang="en-IN" sz="2400" dirty="0"/>
              <a:t> for interactive dashboards.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Integrate insights into a </a:t>
            </a:r>
            <a:r>
              <a:rPr lang="en-IN" sz="2400" b="1" dirty="0"/>
              <a:t>yield-management model</a:t>
            </a:r>
            <a:r>
              <a:rPr lang="en-IN" sz="2400" dirty="0"/>
              <a:t>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</a:t>
            </a:r>
            <a:r>
              <a:rPr lang="en-IN" sz="2400" b="1" dirty="0"/>
              <a:t>Visual: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05528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9764421-2E3C-0850-3A7D-AD515F006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18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971EA0-00C1-F370-719C-7992D8607953}"/>
              </a:ext>
            </a:extLst>
          </p:cNvPr>
          <p:cNvSpPr txBox="1"/>
          <p:nvPr/>
        </p:nvSpPr>
        <p:spPr>
          <a:xfrm>
            <a:off x="1663337" y="261257"/>
            <a:ext cx="9814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ICONS OF ECONOMICS, BUSINEES AND PYTHON  </a:t>
            </a:r>
          </a:p>
        </p:txBody>
      </p:sp>
    </p:spTree>
    <p:extLst>
      <p:ext uri="{BB962C8B-B14F-4D97-AF65-F5344CB8AC3E}">
        <p14:creationId xmlns:p14="http://schemas.microsoft.com/office/powerpoint/2010/main" val="307718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C2C9C8-D88D-CE18-38B7-E44AEFAD8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D37EE5-041D-AED8-A37B-A11BD3CA8DC2}"/>
              </a:ext>
            </a:extLst>
          </p:cNvPr>
          <p:cNvSpPr txBox="1"/>
          <p:nvPr/>
        </p:nvSpPr>
        <p:spPr>
          <a:xfrm>
            <a:off x="4267200" y="644434"/>
            <a:ext cx="30473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/>
              <a:t>ECONOMICS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FBAB1-BA73-459A-7A94-2F4CCABA1D7F}"/>
              </a:ext>
            </a:extLst>
          </p:cNvPr>
          <p:cNvSpPr txBox="1"/>
          <p:nvPr/>
        </p:nvSpPr>
        <p:spPr>
          <a:xfrm>
            <a:off x="2394857" y="2072640"/>
            <a:ext cx="750352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Topic:</a:t>
            </a:r>
            <a:r>
              <a:rPr lang="en-IN" sz="2400" dirty="0"/>
              <a:t> Demand &amp; Supply Analysis with Elasticity.</a:t>
            </a:r>
          </a:p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b="1" dirty="0"/>
              <a:t>Application: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Study how ticket demand changes with price/time.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Estimate elasticity for different show timings.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Predict outcomes under taxes, subsidies, or regulations.</a:t>
            </a:r>
          </a:p>
          <a:p>
            <a:pPr lvl="0"/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Justification:</a:t>
            </a:r>
            <a:r>
              <a:rPr lang="en-IN" sz="2400" dirty="0"/>
              <a:t> Helps optimize pricing and predict consumer </a:t>
            </a:r>
          </a:p>
          <a:p>
            <a:pPr lvl="0"/>
            <a:r>
              <a:rPr lang="en-IN" sz="2400" dirty="0"/>
              <a:t>response. </a:t>
            </a:r>
          </a:p>
          <a:p>
            <a:pPr lvl="0"/>
            <a:r>
              <a:rPr lang="en-IN" sz="2400" b="1" dirty="0"/>
              <a:t>Visual:</a:t>
            </a:r>
            <a:r>
              <a:rPr lang="en-IN" sz="2400" dirty="0"/>
              <a:t>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88349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00F1C4-1D56-5BAD-4FE9-5EC5F6839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53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E54293-276F-45D0-7753-14018B7F4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FD27F2-72C0-5EB0-F93D-B05FD75394FE}"/>
              </a:ext>
            </a:extLst>
          </p:cNvPr>
          <p:cNvSpPr txBox="1"/>
          <p:nvPr/>
        </p:nvSpPr>
        <p:spPr>
          <a:xfrm>
            <a:off x="2873829" y="653143"/>
            <a:ext cx="75028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BUSINESS ENVIRONMENT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EFAC61-3D20-609C-6156-1828A681AD11}"/>
              </a:ext>
            </a:extLst>
          </p:cNvPr>
          <p:cNvSpPr txBox="1"/>
          <p:nvPr/>
        </p:nvSpPr>
        <p:spPr>
          <a:xfrm>
            <a:off x="2360023" y="1741714"/>
            <a:ext cx="814883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Topic:</a:t>
            </a:r>
            <a:r>
              <a:rPr lang="en-IN" sz="2400" dirty="0"/>
              <a:t> Porter’s Five Forces — Indian Entertainment Industry.</a:t>
            </a:r>
          </a:p>
          <a:p>
            <a:endParaRPr lang="en-IN" sz="2400" b="1" dirty="0"/>
          </a:p>
          <a:p>
            <a:r>
              <a:rPr lang="en-IN" sz="2400" b="1" dirty="0"/>
              <a:t>Application: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Analyse competition (OTT platforms, local events).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Assess supplier power (venues, artists).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Evaluate buyer power (audience preferences).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Justification:</a:t>
            </a:r>
            <a:r>
              <a:rPr lang="en-IN" sz="2400" dirty="0"/>
              <a:t> Explains scarcity and loss-aversion-driven booking </a:t>
            </a:r>
          </a:p>
          <a:p>
            <a:pPr lvl="0"/>
            <a:r>
              <a:rPr lang="en-IN" sz="2400" dirty="0" err="1"/>
              <a:t>behavior</a:t>
            </a:r>
            <a:r>
              <a:rPr lang="en-IN" sz="2400" dirty="0"/>
              <a:t>.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Visual:</a:t>
            </a:r>
            <a:r>
              <a:rPr lang="en-IN" sz="2400" dirty="0"/>
              <a:t>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83637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07FF64-A421-5F2E-7383-6D7779585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337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EB9C37-C408-9C59-C244-7CB108928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B53100-CA2D-112E-DF61-87DF357E37AD}"/>
              </a:ext>
            </a:extLst>
          </p:cNvPr>
          <p:cNvSpPr txBox="1"/>
          <p:nvPr/>
        </p:nvSpPr>
        <p:spPr>
          <a:xfrm>
            <a:off x="4545875" y="435429"/>
            <a:ext cx="21132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/>
              <a:t>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90F35-EF0D-DBFF-86C5-2826C0868705}"/>
              </a:ext>
            </a:extLst>
          </p:cNvPr>
          <p:cNvSpPr txBox="1"/>
          <p:nvPr/>
        </p:nvSpPr>
        <p:spPr>
          <a:xfrm>
            <a:off x="1995871" y="1306285"/>
            <a:ext cx="8200258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Topic:</a:t>
            </a:r>
            <a:r>
              <a:rPr lang="en-IN" sz="2400" dirty="0"/>
              <a:t> Matplotlib &amp; </a:t>
            </a:r>
            <a:r>
              <a:rPr lang="en-IN" sz="2400" dirty="0" err="1"/>
              <a:t>Plotly</a:t>
            </a:r>
            <a:r>
              <a:rPr lang="en-IN" sz="2400" dirty="0"/>
              <a:t> Visualizations.</a:t>
            </a:r>
          </a:p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b="1" dirty="0"/>
              <a:t>Application: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Create dashboards showing ticket demand vs. time, venue </a:t>
            </a:r>
          </a:p>
          <a:p>
            <a:pPr lvl="0"/>
            <a:r>
              <a:rPr lang="en-IN" sz="2400" dirty="0"/>
              <a:t>capacity, and surge pricing.</a:t>
            </a:r>
          </a:p>
          <a:p>
            <a:pPr lvl="0"/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Interactive charts for yield management and marginal cost </a:t>
            </a:r>
          </a:p>
          <a:p>
            <a:pPr lvl="0"/>
            <a:r>
              <a:rPr lang="en-IN" sz="2400" dirty="0"/>
              <a:t>analysis.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Justification:</a:t>
            </a:r>
            <a:r>
              <a:rPr lang="en-IN" sz="2400" dirty="0"/>
              <a:t> Enables data-driven decision-making and real-time</a:t>
            </a:r>
          </a:p>
          <a:p>
            <a:pPr lvl="0"/>
            <a:r>
              <a:rPr lang="en-IN" sz="2400" dirty="0"/>
              <a:t> insights.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Visual:</a:t>
            </a:r>
            <a:r>
              <a:rPr lang="en-IN" sz="2400" dirty="0"/>
              <a:t>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73344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E6E228-D43D-2C57-B56B-757AFC533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5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8891D2-6C5D-F782-06D3-00EF24060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BF67CB-E79D-92D4-F7FE-43F0421632A0}"/>
              </a:ext>
            </a:extLst>
          </p:cNvPr>
          <p:cNvSpPr txBox="1"/>
          <p:nvPr/>
        </p:nvSpPr>
        <p:spPr>
          <a:xfrm>
            <a:off x="1619794" y="687977"/>
            <a:ext cx="87695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PROJECT APPROACH/METHODOLOGY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7DE6AE-D091-B5D6-02DD-FED23402AA8F}"/>
              </a:ext>
            </a:extLst>
          </p:cNvPr>
          <p:cNvSpPr txBox="1"/>
          <p:nvPr/>
        </p:nvSpPr>
        <p:spPr>
          <a:xfrm>
            <a:off x="2046514" y="1733006"/>
            <a:ext cx="8319585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Steps:</a:t>
            </a:r>
            <a:endParaRPr lang="en-IN" sz="2400" dirty="0"/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Data Collection:</a:t>
            </a:r>
            <a:r>
              <a:rPr lang="en-IN" sz="2400" dirty="0"/>
              <a:t> Ticket sales, show timings, venue capacity.</a:t>
            </a:r>
          </a:p>
          <a:p>
            <a:pPr marL="457200" lvl="0" indent="-457200">
              <a:buFont typeface="+mj-lt"/>
              <a:buAutoNum type="arabicPeriod"/>
            </a:pPr>
            <a:endParaRPr lang="en-IN" sz="2400" b="1" dirty="0"/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Data Cleaning:</a:t>
            </a:r>
            <a:r>
              <a:rPr lang="en-IN" sz="2400" dirty="0"/>
              <a:t> Remove duplicates, handle missing values.</a:t>
            </a:r>
          </a:p>
          <a:p>
            <a:pPr marL="457200" lvl="0" indent="-457200">
              <a:buFont typeface="+mj-lt"/>
              <a:buAutoNum type="arabicPeriod"/>
            </a:pPr>
            <a:endParaRPr lang="en-IN" sz="2400" b="1" dirty="0"/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Data Analysis:</a:t>
            </a:r>
            <a:r>
              <a:rPr lang="en-IN" sz="2400" dirty="0"/>
              <a:t> Elasticity, competitive forces, surge pricing.</a:t>
            </a:r>
          </a:p>
          <a:p>
            <a:pPr marL="457200" lvl="0" indent="-457200">
              <a:buFont typeface="+mj-lt"/>
              <a:buAutoNum type="arabicPeriod"/>
            </a:pPr>
            <a:endParaRPr lang="en-IN" sz="2400" b="1" dirty="0"/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Visualization:</a:t>
            </a:r>
            <a:r>
              <a:rPr lang="en-IN" sz="2400" dirty="0"/>
              <a:t> Interactive dashboards using Python.</a:t>
            </a:r>
          </a:p>
          <a:p>
            <a:pPr marL="457200" lvl="0" indent="-457200">
              <a:buFont typeface="+mj-lt"/>
              <a:buAutoNum type="arabicPeriod"/>
            </a:pPr>
            <a:endParaRPr lang="en-IN" sz="2400" b="1" dirty="0"/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Findings &amp; Report:</a:t>
            </a:r>
            <a:r>
              <a:rPr lang="en-IN" sz="2400" dirty="0"/>
              <a:t> Insights on dynamic pricing and consumer</a:t>
            </a:r>
          </a:p>
          <a:p>
            <a:pPr lvl="0"/>
            <a:r>
              <a:rPr lang="en-IN" sz="2400" dirty="0"/>
              <a:t>        </a:t>
            </a:r>
            <a:r>
              <a:rPr lang="en-IN" sz="2400" dirty="0" err="1"/>
              <a:t>behavior</a:t>
            </a:r>
            <a:r>
              <a:rPr lang="en-IN" sz="2400" dirty="0"/>
              <a:t>. </a:t>
            </a:r>
          </a:p>
          <a:p>
            <a:pPr lvl="0"/>
            <a:r>
              <a:rPr lang="en-IN" sz="2400" b="1" dirty="0"/>
              <a:t>Visual:</a:t>
            </a:r>
            <a:r>
              <a:rPr lang="en-IN" sz="2400" dirty="0"/>
              <a:t>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17427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DBB58D4-3A6F-EA92-ABED-CCA22B825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722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FD7E1-6960-BF2A-A172-7C14C924A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22E4D9-E807-E540-B8B6-299555737E7A}"/>
              </a:ext>
            </a:extLst>
          </p:cNvPr>
          <p:cNvSpPr txBox="1"/>
          <p:nvPr/>
        </p:nvSpPr>
        <p:spPr>
          <a:xfrm>
            <a:off x="4302034" y="426962"/>
            <a:ext cx="3246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E22EE-BF4C-56A2-1273-2D169B751AEF}"/>
              </a:ext>
            </a:extLst>
          </p:cNvPr>
          <p:cNvSpPr txBox="1"/>
          <p:nvPr/>
        </p:nvSpPr>
        <p:spPr>
          <a:xfrm>
            <a:off x="2151017" y="1741714"/>
            <a:ext cx="8145178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Dynamic pricing in live events, as seen in </a:t>
            </a:r>
            <a:r>
              <a:rPr lang="en-IN" sz="2400" dirty="0" err="1"/>
              <a:t>BookMyShow</a:t>
            </a:r>
            <a:r>
              <a:rPr lang="en-IN" sz="2400" dirty="0"/>
              <a:t>,</a:t>
            </a:r>
          </a:p>
          <a:p>
            <a:r>
              <a:rPr lang="en-IN" sz="2400" dirty="0"/>
              <a:t>demonstrates how economics, Business Strategy, and</a:t>
            </a:r>
            <a:endParaRPr lang="en-IN" sz="2400" b="1" dirty="0"/>
          </a:p>
          <a:p>
            <a:r>
              <a:rPr lang="en-IN" sz="2400" dirty="0"/>
              <a:t>technology converge to optimize ticket sales.</a:t>
            </a:r>
          </a:p>
          <a:p>
            <a:r>
              <a:rPr lang="en-IN" sz="2400" dirty="0"/>
              <a:t> By applying Elasticity Analysis , Porter’s Five Force, </a:t>
            </a:r>
          </a:p>
          <a:p>
            <a:r>
              <a:rPr lang="en-IN" sz="2400" dirty="0"/>
              <a:t>And Python Visualization , this study shows how data‑driven</a:t>
            </a:r>
          </a:p>
          <a:p>
            <a:r>
              <a:rPr lang="en-IN" sz="2400" dirty="0"/>
              <a:t> insights can balance profitability with customer satisfaction.</a:t>
            </a:r>
          </a:p>
          <a:p>
            <a:r>
              <a:rPr lang="en-IN" sz="2400" dirty="0"/>
              <a:t> The project highlights the importance of integrated approaches</a:t>
            </a:r>
          </a:p>
          <a:p>
            <a:r>
              <a:rPr lang="en-IN" sz="2400" dirty="0"/>
              <a:t>in shaping smarter pricing models for India’s entertainment</a:t>
            </a:r>
          </a:p>
          <a:p>
            <a:r>
              <a:rPr lang="en-IN" sz="2400" dirty="0"/>
              <a:t> industry.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39471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C4856-3CC4-3FD1-21E2-49C9B125D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39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460</Words>
  <Application>Microsoft Office PowerPoint</Application>
  <PresentationFormat>Widescreen</PresentationFormat>
  <Paragraphs>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Shamshika Reddy</dc:creator>
  <cp:lastModifiedBy>Shamshika Reddy</cp:lastModifiedBy>
  <cp:revision>1</cp:revision>
  <dcterms:created xsi:type="dcterms:W3CDTF">2026-10-07T14:38:44Z</dcterms:created>
  <dcterms:modified xsi:type="dcterms:W3CDTF">2026-10-07T17:05:25Z</dcterms:modified>
</cp:coreProperties>
</file>